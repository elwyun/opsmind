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Google Sans Flex" panose="020B0604020202020204" charset="0"/>
      <p:regular r:id="rId19"/>
      <p:bold r:id="rId20"/>
    </p:embeddedFont>
    <p:embeddedFont>
      <p:font typeface="Google Sans Flex Medium" panose="020B0604020202020204" charset="0"/>
      <p:regular r:id="rId21"/>
      <p:bold r:id="rId22"/>
    </p:embeddedFont>
    <p:embeddedFont>
      <p:font typeface="Google Sans Flex SemiBold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93" y="4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t>Nama Tim: ABB-Catalyst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t>Nama Ketua Tim: Lead Engineer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t>Pernyataan Masalah: Pemborosan energi dan inefisiensi tinggi dalam operasi manufaktur dan industri karena kurangnya deteksi anomali multi-variabel real-time yang menghubungkan produksi, listrik, jam operasional, dan konteks cuaca.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0" y="1637231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</a:t>
            </a:r>
            <a:r>
              <a:rPr dirty="0" err="1"/>
              <a:t>OpsMind</a:t>
            </a:r>
            <a:r>
              <a:rPr dirty="0"/>
              <a:t>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prototipe</a:t>
            </a:r>
            <a:r>
              <a:rPr dirty="0"/>
              <a:t> </a:t>
            </a:r>
            <a:r>
              <a:rPr dirty="0" err="1"/>
              <a:t>Kecerdasan</a:t>
            </a:r>
            <a:r>
              <a:rPr dirty="0"/>
              <a:t> </a:t>
            </a:r>
            <a:r>
              <a:rPr dirty="0" err="1"/>
              <a:t>Operasional</a:t>
            </a:r>
            <a:r>
              <a:rPr dirty="0"/>
              <a:t> AI yang </a:t>
            </a:r>
            <a:r>
              <a:rPr dirty="0" err="1"/>
              <a:t>dirancang</a:t>
            </a:r>
            <a:r>
              <a:rPr dirty="0"/>
              <a:t> untuk </a:t>
            </a:r>
            <a:r>
              <a:rPr dirty="0" err="1"/>
              <a:t>pabrik</a:t>
            </a:r>
            <a:r>
              <a:rPr dirty="0"/>
              <a:t> </a:t>
            </a:r>
            <a:r>
              <a:rPr dirty="0" err="1"/>
              <a:t>industri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Secara </a:t>
            </a:r>
            <a:r>
              <a:rPr dirty="0" err="1"/>
              <a:t>otomatis</a:t>
            </a:r>
            <a:r>
              <a:rPr dirty="0"/>
              <a:t> </a:t>
            </a:r>
            <a:r>
              <a:rPr dirty="0" err="1"/>
              <a:t>mendeteksi</a:t>
            </a:r>
            <a:r>
              <a:rPr dirty="0"/>
              <a:t> </a:t>
            </a:r>
            <a:r>
              <a:rPr dirty="0" err="1"/>
              <a:t>potensi</a:t>
            </a:r>
            <a:r>
              <a:rPr dirty="0"/>
              <a:t> </a:t>
            </a:r>
            <a:r>
              <a:rPr dirty="0" err="1"/>
              <a:t>inefisiensi</a:t>
            </a:r>
            <a:r>
              <a:rPr dirty="0"/>
              <a:t> dan </a:t>
            </a:r>
            <a:r>
              <a:rPr dirty="0" err="1"/>
              <a:t>anomali</a:t>
            </a:r>
            <a:r>
              <a:rPr dirty="0"/>
              <a:t> </a:t>
            </a:r>
            <a:r>
              <a:rPr dirty="0" err="1"/>
              <a:t>energi</a:t>
            </a:r>
            <a:r>
              <a:rPr dirty="0"/>
              <a:t> dengan </a:t>
            </a:r>
            <a:r>
              <a:rPr dirty="0" err="1"/>
              <a:t>mengkorelasikan</a:t>
            </a:r>
            <a:r>
              <a:rPr dirty="0"/>
              <a:t> unit </a:t>
            </a:r>
            <a:r>
              <a:rPr dirty="0" err="1"/>
              <a:t>produksi</a:t>
            </a:r>
            <a:r>
              <a:rPr dirty="0"/>
              <a:t>, </a:t>
            </a:r>
            <a:r>
              <a:rPr dirty="0" err="1"/>
              <a:t>konsumsi</a:t>
            </a:r>
            <a:r>
              <a:rPr dirty="0"/>
              <a:t> </a:t>
            </a:r>
            <a:r>
              <a:rPr dirty="0" err="1"/>
              <a:t>listrik</a:t>
            </a:r>
            <a:r>
              <a:rPr dirty="0"/>
              <a:t> (kWh), jam </a:t>
            </a:r>
            <a:r>
              <a:rPr dirty="0" err="1"/>
              <a:t>operasional</a:t>
            </a:r>
            <a:r>
              <a:rPr dirty="0"/>
              <a:t>, </a:t>
            </a:r>
            <a:r>
              <a:rPr dirty="0" err="1"/>
              <a:t>konteks</a:t>
            </a:r>
            <a:r>
              <a:rPr dirty="0"/>
              <a:t> </a:t>
            </a:r>
            <a:r>
              <a:rPr dirty="0" err="1"/>
              <a:t>cuaca</a:t>
            </a:r>
            <a:r>
              <a:rPr dirty="0"/>
              <a:t>, dan </a:t>
            </a:r>
            <a:r>
              <a:rPr dirty="0" err="1"/>
              <a:t>harga</a:t>
            </a:r>
            <a:r>
              <a:rPr dirty="0"/>
              <a:t> </a:t>
            </a:r>
            <a:r>
              <a:rPr dirty="0" err="1"/>
              <a:t>listrik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</a:t>
            </a:r>
            <a:r>
              <a:rPr dirty="0" err="1"/>
              <a:t>Menyediakan</a:t>
            </a:r>
            <a:r>
              <a:rPr dirty="0"/>
              <a:t> </a:t>
            </a:r>
            <a:r>
              <a:rPr dirty="0" err="1"/>
              <a:t>wawasan</a:t>
            </a:r>
            <a:r>
              <a:rPr dirty="0"/>
              <a:t> yang </a:t>
            </a:r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ditindaklanjuti</a:t>
            </a:r>
            <a:r>
              <a:rPr dirty="0"/>
              <a:t>, </a:t>
            </a:r>
            <a:r>
              <a:rPr dirty="0" err="1"/>
              <a:t>investigasi</a:t>
            </a:r>
            <a:r>
              <a:rPr dirty="0"/>
              <a:t> </a:t>
            </a:r>
            <a:r>
              <a:rPr dirty="0" err="1"/>
              <a:t>otomatis</a:t>
            </a:r>
            <a:r>
              <a:rPr dirty="0"/>
              <a:t>, dan </a:t>
            </a:r>
            <a:r>
              <a:rPr dirty="0" err="1"/>
              <a:t>langkah-langkah</a:t>
            </a:r>
            <a:r>
              <a:rPr dirty="0"/>
              <a:t> </a:t>
            </a:r>
            <a:r>
              <a:rPr dirty="0" err="1"/>
              <a:t>remediasi</a:t>
            </a:r>
            <a:r>
              <a:rPr dirty="0"/>
              <a:t> yang </a:t>
            </a:r>
            <a:r>
              <a:rPr dirty="0" err="1"/>
              <a:t>terverifikasi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46755" y="218649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</a:t>
            </a:r>
            <a:r>
              <a:rPr dirty="0" err="1"/>
              <a:t>Diferensiasi</a:t>
            </a:r>
            <a:r>
              <a:rPr dirty="0"/>
              <a:t>: </a:t>
            </a:r>
            <a:r>
              <a:rPr dirty="0" err="1"/>
              <a:t>Menggabungkan</a:t>
            </a:r>
            <a:r>
              <a:rPr dirty="0"/>
              <a:t> </a:t>
            </a:r>
            <a:r>
              <a:rPr dirty="0" err="1"/>
              <a:t>konteks</a:t>
            </a:r>
            <a:r>
              <a:rPr dirty="0"/>
              <a:t> </a:t>
            </a:r>
            <a:r>
              <a:rPr dirty="0" err="1"/>
              <a:t>operasional</a:t>
            </a:r>
            <a:r>
              <a:rPr dirty="0"/>
              <a:t> multi-</a:t>
            </a:r>
            <a:r>
              <a:rPr dirty="0" err="1"/>
              <a:t>variabel</a:t>
            </a:r>
            <a:r>
              <a:rPr dirty="0"/>
              <a:t> (</a:t>
            </a:r>
            <a:r>
              <a:rPr dirty="0" err="1"/>
              <a:t>cuaca</a:t>
            </a:r>
            <a:r>
              <a:rPr dirty="0"/>
              <a:t>, </a:t>
            </a:r>
            <a:r>
              <a:rPr dirty="0" err="1"/>
              <a:t>harga</a:t>
            </a:r>
            <a:r>
              <a:rPr dirty="0"/>
              <a:t>, jam) daripada </a:t>
            </a:r>
            <a:r>
              <a:rPr dirty="0" err="1"/>
              <a:t>peringatan</a:t>
            </a:r>
            <a:r>
              <a:rPr dirty="0"/>
              <a:t> </a:t>
            </a:r>
            <a:r>
              <a:rPr dirty="0" err="1"/>
              <a:t>ambang</a:t>
            </a:r>
            <a:r>
              <a:rPr dirty="0"/>
              <a:t> batas </a:t>
            </a:r>
            <a:r>
              <a:rPr dirty="0" err="1"/>
              <a:t>sederhana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</a:t>
            </a:r>
            <a:r>
              <a:rPr dirty="0" err="1"/>
              <a:t>Pemecahan</a:t>
            </a:r>
            <a:r>
              <a:rPr dirty="0"/>
              <a:t> Masalah: Secara langsung </a:t>
            </a:r>
            <a:r>
              <a:rPr dirty="0" err="1"/>
              <a:t>menunjukkan</a:t>
            </a:r>
            <a:r>
              <a:rPr dirty="0"/>
              <a:t> </a:t>
            </a:r>
            <a:r>
              <a:rPr dirty="0" err="1"/>
              <a:t>intensitas</a:t>
            </a:r>
            <a:r>
              <a:rPr dirty="0"/>
              <a:t> </a:t>
            </a:r>
            <a:r>
              <a:rPr dirty="0" err="1"/>
              <a:t>energi</a:t>
            </a:r>
            <a:r>
              <a:rPr dirty="0"/>
              <a:t> </a:t>
            </a:r>
            <a:r>
              <a:rPr dirty="0" err="1"/>
              <a:t>berlebih</a:t>
            </a:r>
            <a:r>
              <a:rPr dirty="0"/>
              <a:t> per unit yang </a:t>
            </a:r>
            <a:r>
              <a:rPr dirty="0" err="1"/>
              <a:t>diproduksi</a:t>
            </a:r>
            <a:r>
              <a:rPr dirty="0"/>
              <a:t> dan </a:t>
            </a:r>
            <a:r>
              <a:rPr dirty="0" err="1"/>
              <a:t>menghitung</a:t>
            </a:r>
            <a:r>
              <a:rPr dirty="0"/>
              <a:t> </a:t>
            </a:r>
            <a:r>
              <a:rPr dirty="0" err="1"/>
              <a:t>kerugian</a:t>
            </a:r>
            <a:r>
              <a:rPr dirty="0"/>
              <a:t> </a:t>
            </a:r>
            <a:r>
              <a:rPr dirty="0" err="1"/>
              <a:t>finansial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IDR.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USP: Pipeline </a:t>
            </a:r>
            <a:r>
              <a:rPr dirty="0" err="1"/>
              <a:t>investigasi</a:t>
            </a:r>
            <a:r>
              <a:rPr dirty="0"/>
              <a:t> AI yang </a:t>
            </a:r>
            <a:r>
              <a:rPr dirty="0" err="1"/>
              <a:t>sepenuhnya</a:t>
            </a:r>
            <a:r>
              <a:rPr dirty="0"/>
              <a:t> </a:t>
            </a:r>
            <a:r>
              <a:rPr dirty="0" err="1"/>
              <a:t>otonom</a:t>
            </a:r>
            <a:r>
              <a:rPr dirty="0"/>
              <a:t> dengan </a:t>
            </a:r>
            <a:r>
              <a:rPr dirty="0" err="1"/>
              <a:t>analisis</a:t>
            </a:r>
            <a:r>
              <a:rPr dirty="0"/>
              <a:t> </a:t>
            </a:r>
            <a:r>
              <a:rPr dirty="0" err="1"/>
              <a:t>akar</a:t>
            </a:r>
            <a:r>
              <a:rPr dirty="0"/>
              <a:t> masalah </a:t>
            </a:r>
            <a:r>
              <a:rPr dirty="0" err="1"/>
              <a:t>terstruktur</a:t>
            </a:r>
            <a:r>
              <a:rPr dirty="0"/>
              <a:t> dan item </a:t>
            </a:r>
            <a:r>
              <a:rPr dirty="0" err="1"/>
              <a:t>tindakan</a:t>
            </a:r>
            <a:r>
              <a:rPr dirty="0"/>
              <a:t> yang </a:t>
            </a:r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diverifikasi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65350" y="1874298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</a:t>
            </a:r>
            <a:r>
              <a:rPr dirty="0" err="1"/>
              <a:t>Dasbor</a:t>
            </a:r>
            <a:r>
              <a:rPr dirty="0"/>
              <a:t> Data </a:t>
            </a:r>
            <a:r>
              <a:rPr dirty="0" err="1"/>
              <a:t>Operasional</a:t>
            </a:r>
            <a:r>
              <a:rPr dirty="0"/>
              <a:t> Real-time (</a:t>
            </a:r>
            <a:r>
              <a:rPr dirty="0" err="1"/>
              <a:t>Produksi</a:t>
            </a:r>
            <a:r>
              <a:rPr dirty="0"/>
              <a:t>, kWh, Jam, </a:t>
            </a:r>
            <a:r>
              <a:rPr dirty="0" err="1"/>
              <a:t>Cuaca</a:t>
            </a:r>
            <a:r>
              <a:rPr dirty="0"/>
              <a:t>, Harga).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</a:t>
            </a:r>
            <a:r>
              <a:rPr dirty="0" err="1"/>
              <a:t>Mesin</a:t>
            </a:r>
            <a:r>
              <a:rPr dirty="0"/>
              <a:t> </a:t>
            </a:r>
            <a:r>
              <a:rPr dirty="0" err="1"/>
              <a:t>Deteksi</a:t>
            </a:r>
            <a:r>
              <a:rPr dirty="0"/>
              <a:t> Anomali </a:t>
            </a:r>
            <a:r>
              <a:rPr dirty="0" err="1"/>
              <a:t>Otomatis</a:t>
            </a:r>
            <a:r>
              <a:rPr dirty="0"/>
              <a:t> (</a:t>
            </a:r>
            <a:r>
              <a:rPr dirty="0" err="1"/>
              <a:t>Intensitas</a:t>
            </a:r>
            <a:r>
              <a:rPr dirty="0"/>
              <a:t> Energi Baseline vs </a:t>
            </a:r>
            <a:r>
              <a:rPr dirty="0" err="1"/>
              <a:t>Aktual</a:t>
            </a:r>
            <a:r>
              <a:rPr dirty="0"/>
              <a:t>).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</a:t>
            </a:r>
            <a:r>
              <a:rPr dirty="0" err="1"/>
              <a:t>Investigasi</a:t>
            </a:r>
            <a:r>
              <a:rPr dirty="0"/>
              <a:t> AI &amp; Generator Akar Masalah (</a:t>
            </a:r>
            <a:r>
              <a:rPr dirty="0" err="1"/>
              <a:t>Analisis</a:t>
            </a:r>
            <a:r>
              <a:rPr dirty="0"/>
              <a:t> </a:t>
            </a:r>
            <a:r>
              <a:rPr dirty="0" err="1"/>
              <a:t>bertenaga</a:t>
            </a:r>
            <a:r>
              <a:rPr dirty="0"/>
              <a:t> Gemini).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</a:t>
            </a:r>
            <a:r>
              <a:rPr dirty="0" err="1"/>
              <a:t>Manajemen</a:t>
            </a:r>
            <a:r>
              <a:rPr dirty="0"/>
              <a:t> Item Tindakan &amp; Alur </a:t>
            </a:r>
            <a:r>
              <a:rPr dirty="0" err="1"/>
              <a:t>Kerja</a:t>
            </a:r>
            <a:r>
              <a:rPr dirty="0"/>
              <a:t> </a:t>
            </a:r>
            <a:r>
              <a:rPr dirty="0" err="1"/>
              <a:t>Verifikasi</a:t>
            </a:r>
            <a:r>
              <a:rPr dirty="0"/>
              <a:t> dengan </a:t>
            </a:r>
            <a:r>
              <a:rPr dirty="0" err="1"/>
              <a:t>jejak</a:t>
            </a:r>
            <a:r>
              <a:rPr dirty="0"/>
              <a:t> audit.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265350" y="1225725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1. </a:t>
            </a:r>
            <a:r>
              <a:rPr dirty="0" err="1"/>
              <a:t>Ingesti</a:t>
            </a:r>
            <a:r>
              <a:rPr dirty="0"/>
              <a:t> Data: Log </a:t>
            </a:r>
            <a:r>
              <a:rPr dirty="0" err="1"/>
              <a:t>operasional</a:t>
            </a:r>
            <a:r>
              <a:rPr dirty="0"/>
              <a:t> </a:t>
            </a:r>
            <a:r>
              <a:rPr dirty="0" err="1"/>
              <a:t>harian</a:t>
            </a:r>
            <a:r>
              <a:rPr dirty="0"/>
              <a:t> </a:t>
            </a:r>
            <a:r>
              <a:rPr dirty="0" err="1"/>
              <a:t>dimasukkan</a:t>
            </a:r>
            <a:r>
              <a:rPr dirty="0"/>
              <a:t> atau </a:t>
            </a:r>
            <a:r>
              <a:rPr dirty="0" err="1"/>
              <a:t>disinkronkan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sensor </a:t>
            </a:r>
            <a:r>
              <a:rPr dirty="0" err="1"/>
              <a:t>pabrik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2. </a:t>
            </a:r>
            <a:r>
              <a:rPr dirty="0" err="1"/>
              <a:t>Perhitungan</a:t>
            </a:r>
            <a:r>
              <a:rPr dirty="0"/>
              <a:t> Baseline: Model </a:t>
            </a:r>
            <a:r>
              <a:rPr dirty="0" err="1"/>
              <a:t>intensitas</a:t>
            </a:r>
            <a:r>
              <a:rPr dirty="0"/>
              <a:t> baseline </a:t>
            </a:r>
            <a:r>
              <a:rPr dirty="0" err="1"/>
              <a:t>dinamis</a:t>
            </a:r>
            <a:r>
              <a:rPr dirty="0"/>
              <a:t> </a:t>
            </a:r>
            <a:r>
              <a:rPr dirty="0" err="1"/>
              <a:t>mengevaluasi</a:t>
            </a:r>
            <a:r>
              <a:rPr dirty="0"/>
              <a:t> kWh yang </a:t>
            </a:r>
            <a:r>
              <a:rPr dirty="0" err="1"/>
              <a:t>diharapkan</a:t>
            </a:r>
            <a:r>
              <a:rPr dirty="0"/>
              <a:t> vs </a:t>
            </a:r>
            <a:r>
              <a:rPr dirty="0" err="1"/>
              <a:t>aktual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3. </a:t>
            </a:r>
            <a:r>
              <a:rPr dirty="0" err="1"/>
              <a:t>Penandaan</a:t>
            </a:r>
            <a:r>
              <a:rPr dirty="0"/>
              <a:t> Anomali: </a:t>
            </a:r>
            <a:r>
              <a:rPr dirty="0" err="1"/>
              <a:t>Deviasi</a:t>
            </a:r>
            <a:r>
              <a:rPr dirty="0"/>
              <a:t> yang </a:t>
            </a:r>
            <a:r>
              <a:rPr dirty="0" err="1"/>
              <a:t>melebihi</a:t>
            </a:r>
            <a:r>
              <a:rPr dirty="0"/>
              <a:t> </a:t>
            </a:r>
            <a:r>
              <a:rPr dirty="0" err="1"/>
              <a:t>ambang</a:t>
            </a:r>
            <a:r>
              <a:rPr dirty="0"/>
              <a:t> batas </a:t>
            </a:r>
            <a:r>
              <a:rPr dirty="0" err="1"/>
              <a:t>memicu</a:t>
            </a:r>
            <a:r>
              <a:rPr dirty="0"/>
              <a:t> </a:t>
            </a:r>
            <a:r>
              <a:rPr dirty="0" err="1"/>
              <a:t>investigasi</a:t>
            </a:r>
            <a:r>
              <a:rPr dirty="0"/>
              <a:t> AI </a:t>
            </a:r>
            <a:r>
              <a:rPr dirty="0" err="1"/>
              <a:t>otomatis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4. </a:t>
            </a:r>
            <a:r>
              <a:rPr dirty="0" err="1"/>
              <a:t>Resolusi</a:t>
            </a:r>
            <a:r>
              <a:rPr dirty="0"/>
              <a:t> &amp; </a:t>
            </a:r>
            <a:r>
              <a:rPr dirty="0" err="1"/>
              <a:t>Verifikasi</a:t>
            </a:r>
            <a:r>
              <a:rPr dirty="0"/>
              <a:t>: Tim </a:t>
            </a:r>
            <a:r>
              <a:rPr dirty="0" err="1"/>
              <a:t>operasional</a:t>
            </a:r>
            <a:r>
              <a:rPr dirty="0"/>
              <a:t> </a:t>
            </a:r>
            <a:r>
              <a:rPr dirty="0" err="1"/>
              <a:t>melaksanakan</a:t>
            </a:r>
            <a:r>
              <a:rPr dirty="0"/>
              <a:t> Item Tindakan dan </a:t>
            </a:r>
            <a:r>
              <a:rPr dirty="0" err="1"/>
              <a:t>memverifikasi</a:t>
            </a:r>
            <a:r>
              <a:rPr dirty="0"/>
              <a:t> </a:t>
            </a:r>
            <a:r>
              <a:rPr dirty="0" err="1"/>
              <a:t>penghematan</a:t>
            </a:r>
            <a:r>
              <a:rPr dirty="0"/>
              <a:t> </a:t>
            </a:r>
            <a:r>
              <a:rPr dirty="0" err="1"/>
              <a:t>energi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65350" y="138219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Frontend &amp; Backend: Next.js 16 (App Router), React 19, TypeScript, Tailwind CSS.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Database &amp; ORM: PostgreSQL dengan Prisma ORM (</a:t>
            </a:r>
            <a:r>
              <a:rPr dirty="0" err="1"/>
              <a:t>presisi</a:t>
            </a:r>
            <a:r>
              <a:rPr dirty="0"/>
              <a:t> </a:t>
            </a:r>
            <a:r>
              <a:rPr dirty="0" err="1"/>
              <a:t>desimal</a:t>
            </a:r>
            <a:r>
              <a:rPr dirty="0"/>
              <a:t> untuk </a:t>
            </a:r>
            <a:r>
              <a:rPr dirty="0" err="1"/>
              <a:t>perhitungan</a:t>
            </a:r>
            <a:r>
              <a:rPr dirty="0"/>
              <a:t> </a:t>
            </a:r>
            <a:r>
              <a:rPr dirty="0" err="1"/>
              <a:t>keuangan</a:t>
            </a:r>
            <a:r>
              <a:rPr dirty="0"/>
              <a:t>/</a:t>
            </a:r>
            <a:r>
              <a:rPr dirty="0" err="1"/>
              <a:t>energi</a:t>
            </a:r>
            <a:r>
              <a:rPr dirty="0"/>
              <a:t> yang </a:t>
            </a:r>
            <a:r>
              <a:rPr dirty="0" err="1"/>
              <a:t>akurat</a:t>
            </a:r>
            <a:r>
              <a:rPr dirty="0"/>
              <a:t>).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Integrasi AI: Google Gemini API dengan </a:t>
            </a:r>
            <a:r>
              <a:rPr dirty="0" err="1"/>
              <a:t>klien</a:t>
            </a:r>
            <a:r>
              <a:rPr dirty="0"/>
              <a:t> mock fallback untuk </a:t>
            </a:r>
            <a:r>
              <a:rPr dirty="0" err="1"/>
              <a:t>ketahanan</a:t>
            </a:r>
            <a:r>
              <a:rPr dirty="0"/>
              <a:t> </a:t>
            </a:r>
            <a:r>
              <a:rPr dirty="0" err="1"/>
              <a:t>operasional</a:t>
            </a:r>
            <a:r>
              <a:rPr dirty="0"/>
              <a:t> yang </a:t>
            </a:r>
            <a:r>
              <a:rPr dirty="0" err="1"/>
              <a:t>kuat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Deployment &amp; </a:t>
            </a:r>
            <a:r>
              <a:rPr dirty="0" err="1"/>
              <a:t>Pengujian</a:t>
            </a:r>
            <a:r>
              <a:rPr dirty="0"/>
              <a:t>: Docker containerized untuk Google Cloud Run, </a:t>
            </a:r>
            <a:r>
              <a:rPr dirty="0" err="1"/>
              <a:t>didukung</a:t>
            </a:r>
            <a:r>
              <a:rPr dirty="0"/>
              <a:t> oleh </a:t>
            </a:r>
            <a:r>
              <a:rPr dirty="0" err="1"/>
              <a:t>Vitest</a:t>
            </a:r>
            <a:r>
              <a:rPr dirty="0"/>
              <a:t> dan Playwright E2E tests.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691661" y="1497945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Bahasa Inti: TypeScript / Node.js 22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Framework: Next.js 16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Database: PostgreSQL &amp; Prisma ORM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AI/LLM: Google Gemini AI SDK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</a:t>
            </a:r>
            <a:r>
              <a:rPr dirty="0" err="1"/>
              <a:t>Pengujian</a:t>
            </a:r>
            <a:r>
              <a:rPr dirty="0"/>
              <a:t>: </a:t>
            </a:r>
            <a:r>
              <a:rPr dirty="0" err="1"/>
              <a:t>Vitest</a:t>
            </a:r>
            <a:r>
              <a:rPr dirty="0"/>
              <a:t> (Unit/Integrasi), Playwright (E2E)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DevOps: Docker &amp; GitHub Actions CI/CD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265350" y="1757608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</a:t>
            </a:r>
            <a:r>
              <a:rPr dirty="0" err="1"/>
              <a:t>Ikhtisar</a:t>
            </a:r>
            <a:r>
              <a:rPr dirty="0"/>
              <a:t> </a:t>
            </a:r>
            <a:r>
              <a:rPr dirty="0" err="1"/>
              <a:t>Dasbor</a:t>
            </a:r>
            <a:r>
              <a:rPr dirty="0"/>
              <a:t>: </a:t>
            </a:r>
            <a:r>
              <a:rPr dirty="0" err="1"/>
              <a:t>Metrik</a:t>
            </a:r>
            <a:r>
              <a:rPr dirty="0"/>
              <a:t> </a:t>
            </a:r>
            <a:r>
              <a:rPr dirty="0" err="1"/>
              <a:t>operasional</a:t>
            </a:r>
            <a:r>
              <a:rPr dirty="0"/>
              <a:t> real-time dan </a:t>
            </a:r>
            <a:r>
              <a:rPr dirty="0" err="1"/>
              <a:t>peringatan</a:t>
            </a:r>
            <a:r>
              <a:rPr dirty="0"/>
              <a:t> </a:t>
            </a:r>
            <a:r>
              <a:rPr dirty="0" err="1"/>
              <a:t>anomali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Tampilan Detail </a:t>
            </a:r>
            <a:r>
              <a:rPr dirty="0" err="1"/>
              <a:t>Investigasi</a:t>
            </a:r>
            <a:r>
              <a:rPr dirty="0"/>
              <a:t>: </a:t>
            </a:r>
            <a:r>
              <a:rPr dirty="0" err="1"/>
              <a:t>Rincian</a:t>
            </a:r>
            <a:r>
              <a:rPr dirty="0"/>
              <a:t> </a:t>
            </a:r>
            <a:r>
              <a:rPr dirty="0" err="1"/>
              <a:t>akar</a:t>
            </a:r>
            <a:r>
              <a:rPr dirty="0"/>
              <a:t> masalah yang </a:t>
            </a:r>
            <a:r>
              <a:rPr dirty="0" err="1"/>
              <a:t>dihasilkan</a:t>
            </a:r>
            <a:r>
              <a:rPr dirty="0"/>
              <a:t> AI dan </a:t>
            </a:r>
            <a:r>
              <a:rPr dirty="0" err="1"/>
              <a:t>estimasi</a:t>
            </a:r>
            <a:r>
              <a:rPr dirty="0"/>
              <a:t> </a:t>
            </a:r>
            <a:r>
              <a:rPr dirty="0" err="1"/>
              <a:t>kelebihan</a:t>
            </a:r>
            <a:r>
              <a:rPr dirty="0"/>
              <a:t> </a:t>
            </a:r>
            <a:r>
              <a:rPr dirty="0" err="1"/>
              <a:t>finansial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Papan Tindakan &amp; </a:t>
            </a:r>
            <a:r>
              <a:rPr dirty="0" err="1"/>
              <a:t>Verifikasi</a:t>
            </a:r>
            <a:r>
              <a:rPr dirty="0"/>
              <a:t>: </a:t>
            </a:r>
            <a:r>
              <a:rPr dirty="0" err="1"/>
              <a:t>Pelacakan</a:t>
            </a:r>
            <a:r>
              <a:rPr dirty="0"/>
              <a:t> </a:t>
            </a:r>
            <a:r>
              <a:rPr dirty="0" err="1"/>
              <a:t>tugas</a:t>
            </a:r>
            <a:r>
              <a:rPr dirty="0"/>
              <a:t> dan </a:t>
            </a:r>
            <a:r>
              <a:rPr dirty="0" err="1"/>
              <a:t>konfirmasi</a:t>
            </a:r>
            <a:r>
              <a:rPr dirty="0"/>
              <a:t> </a:t>
            </a:r>
            <a:r>
              <a:rPr dirty="0" err="1"/>
              <a:t>remediasi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265350" y="2422275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</a:t>
            </a:r>
            <a:r>
              <a:rPr dirty="0" err="1"/>
              <a:t>Repositori</a:t>
            </a:r>
            <a:r>
              <a:rPr dirty="0"/>
              <a:t> Publik GitHub: https://github.com/example/opsmind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</a:t>
            </a:r>
            <a:r>
              <a:rPr dirty="0" err="1"/>
              <a:t>Tautan</a:t>
            </a:r>
            <a:r>
              <a:rPr dirty="0"/>
              <a:t> Video Demo (3 </a:t>
            </a:r>
            <a:r>
              <a:rPr dirty="0" err="1"/>
              <a:t>Menit</a:t>
            </a:r>
            <a:r>
              <a:rPr dirty="0"/>
              <a:t>): https://youtu.be/example-demo</a:t>
            </a:r>
          </a:p>
          <a:p>
            <a:pPr>
              <a:spcAft>
                <a:spcPts val="14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• </a:t>
            </a:r>
            <a:r>
              <a:rPr dirty="0" err="1"/>
              <a:t>Tautan</a:t>
            </a:r>
            <a:r>
              <a:rPr dirty="0"/>
              <a:t> </a:t>
            </a:r>
            <a:r>
              <a:rPr dirty="0" err="1"/>
              <a:t>Produk</a:t>
            </a:r>
            <a:r>
              <a:rPr dirty="0"/>
              <a:t> Akhir: https://opsmind.aibuildercup.run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On-screen Show (16:9)</PresentationFormat>
  <Paragraphs>55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Google Sans Flex SemiBold</vt:lpstr>
      <vt:lpstr>Arial</vt:lpstr>
      <vt:lpstr>Google Sans Flex Medium</vt:lpstr>
      <vt:lpstr>Google Sans Flex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El</cp:lastModifiedBy>
  <cp:revision>1</cp:revision>
  <dcterms:modified xsi:type="dcterms:W3CDTF">2026-10-16T08:55:18Z</dcterms:modified>
</cp:coreProperties>
</file>