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t>Team name: OpsMind AI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t>Team leader name: Lead Engineer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t>Problem Statement: High energy waste and inefficiency in manufacturing and industrial operations due to lack of real-time multi-variable anomaly detection linking production, electricity, operating hours, and weather.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OpsMind is an AI Operational Intelligence prototype designed for industrial plants.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Automatically detects potential energy inefficiency and anomalies by correlating production units, electricity consumption (kWh), operating hours, weather context, and electricity pricing.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Provides actionable insights, automated investigations, and verified remediation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Differentiation: Combines multi-variable operational context (weather, pricing, hours) rather than simple threshold alerts.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Problem Solving: Directly pinpoints excessive energy intensity per unit produced and calculates financial losses in IDR.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USP: Fully autonomous AI investigation pipelines with structured root-cause analysis and verifiable action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Real-time Operational Data Dashboard (Production, kWh, Hours, Weather, Pricing).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Automated Anomaly Detection Engine (Baseline vs Actual Energy Intensity).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AI Investigation &amp; Root-Cause Generator (Gemini-powered analysis).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Action Item Management &amp; Verification workflow with audit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1. Data Ingestion: Daily operational logs entered or synced from plant sensors.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2. Baseline Calculation: Dynamic baseline intensity model evaluates expected vs actual kWh.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3. Anomaly Flagging: Deviations exceeding threshold trigger automated AI investigation.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4. Resolution &amp; Verification: Operations team executes Action Items and verifies energy savings.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Frontend &amp; Backend: Next.js 16 (App Router), React 19, TypeScript, Tailwind CSS.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Database &amp; ORM: PostgreSQL with Prisma ORM (Decimal precision for accurate financial/energy math).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AI Integration: Google Gemini API with fallback mock client for robust operational robustness.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Deployment &amp; Testing: Docker containerized for Google Cloud Run, backed by Vitest and Playwright E2E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Core Language: TypeScript / Node.js 22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Framework: Next.js 16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Database: PostgreSQL &amp; Prisma ORM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AI/LLM: Google Gemini AI SDK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Testing: Vitest (Unit/Integration), Playwright (E2E)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DevOps: Docker &amp; GitHub Actions CI/CD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Dashboard Overview: Real-time operational metrics and anomaly alerts.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Investigation Detail View: AI-generated root-cause breakdown and financial excess estimation.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Action &amp; Verification Board: Task tracking and remediation confirmation.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GitHub Public Repository: https://github.com/example/opsmind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Demo Video Link (3 Minutes): https://youtu.be/example-demo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t>• Final Product Link: https://opsmind.aibuildercup.run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