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sz="2200" b="1">
                <a:solidFill>
                  <a:srgbClr val="0E3A5C"/>
                </a:solidFill>
                <a:latin typeface="Arial"/>
              </a:rPr>
              <a:t>OpsMind — AI Operational Intelligence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D7D78"/>
                </a:solidFill>
                <a:latin typeface="Arial"/>
              </a:rPr>
              <a:t>Google Cloud AI Builder Cup 2026 · JAPAC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34155"/>
                </a:solidFill>
                <a:latin typeface="Arial"/>
              </a:rPr>
              <a:t>Team: OpsMind AI   ·   Team lead: Sisawaktu 11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34155"/>
                </a:solidFill>
                <a:latin typeface="Arial"/>
              </a:rPr>
              <a:t>Problem: operations data is split; a power spike does not obviously track production.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34155"/>
                </a:solidFill>
                <a:latin typeface="Arial"/>
              </a:rPr>
              <a:t>Prototype: deterministic metrics + Gemini explanations. AI suggests; a person decides.</a:t>
            </a: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4572000" y="1325880"/>
            <a:ext cx="41605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sz="1600" b="1">
                <a:solidFill>
                  <a:srgbClr val="0E3A5C"/>
                </a:solidFill>
                <a:latin typeface="Arial"/>
              </a:rPr>
              <a:t>Executive summary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Arial"/>
              </a:rPr>
              <a:t>Operations data is split across production, electricity, hours and weather.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Arial"/>
              </a:rPr>
              <a:t>OpsMind calculates intensity, a trailing baseline, deviation and a potential cost estimate.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Arial"/>
              </a:rPr>
              <a:t>Gemini explains only the supplied evidence and lists what is still missing.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Arial"/>
              </a:rPr>
              <a:t>The model never calculates the numbers. Every demo row is labelled SIMULATED DATA.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D7D78"/>
                </a:solidFill>
                <a:latin typeface="Arial"/>
              </a:rPr>
              <a:t>AI suggests; a person decides.</a:t>
            </a: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02920" y="123444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000">
                <a:solidFill>
                  <a:srgbClr val="1E1E1E"/>
                </a:solidFill>
              </a:defRPr>
            </a:pPr>
            <a:r>
              <a:rPr sz="1200" b="0">
                <a:solidFill>
                  <a:srgbClr val="334155"/>
                </a:solidFill>
                <a:latin typeface="Arial"/>
              </a:rPr>
              <a:t>• OpsMind is an AI Operational Intelligence prototype for SME manufacturers.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34155"/>
                </a:solidFill>
                <a:latin typeface="Arial"/>
              </a:rPr>
              <a:t>• It computes energy intensity (kWh/unit), a trailing baseline, deviation and a potential excess-cost estimate.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34155"/>
                </a:solidFill>
                <a:latin typeface="Arial"/>
              </a:rPr>
              <a:t>• Gemini explains the evidence, separates facts from hypotheses and recommends human checks.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34155"/>
                </a:solidFill>
                <a:latin typeface="Arial"/>
              </a:rPr>
              <a:t>• All demo data is labelled SIMULATED DATA. No saving is claimed.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02920" y="123444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000">
                <a:solidFill>
                  <a:srgbClr val="1E1E1E"/>
                </a:solidFill>
              </a:defRPr>
            </a:pPr>
            <a:r>
              <a:rPr sz="1150" b="0">
                <a:solidFill>
                  <a:srgbClr val="334155"/>
                </a:solidFill>
                <a:latin typeface="Arial"/>
              </a:rPr>
              <a:t>• Differentiation: evidence-first investigation, not a generic chatbot or a single threshold alert.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Every observation cites evidence E1–E13; each hypothesis lists the evidence that is still missing.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The cost panel shows the formula and assumptions — not a claimed bill or verified saving.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Weather is context, not proof; before/after changes are reported without asserting causation.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0D7D78"/>
                </a:solidFill>
                <a:latin typeface="Arial"/>
              </a:rPr>
              <a:t>• USP: a human-in-the-loop path from detection → investigation → action → verification.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Features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02920" y="123444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000">
                <a:solidFill>
                  <a:srgbClr val="1E1E1E"/>
                </a:solidFill>
              </a:defRPr>
            </a:pPr>
            <a:r>
              <a:rPr sz="1150" b="0">
                <a:solidFill>
                  <a:srgbClr val="334155"/>
                </a:solidFill>
                <a:latin typeface="Arial"/>
              </a:rPr>
              <a:t>• Daily dashboard: production, electricity, energy intensity and potential additional cost.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Transparent detection: trailing baseline, 15% heuristic threshold and severity bands.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AI investigation: Gemini or a labelled deterministic mock; Zod-validated output.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Evidence: 13 items (E1–E13), facts vs hypotheses, missing inputs and limitations.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Action workflow: Open / In progress / Completed with timestamps and completion notes.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Before/after comparison with an explicit “observed change only” caveat.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Investigation flow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96" name="Picture 95" descr="proc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234440"/>
            <a:ext cx="8138160" cy="3560445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502920" y="4791456"/>
            <a:ext cx="8138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4748B"/>
                </a:solidFill>
                <a:latin typeface="Arial"/>
              </a:rPr>
              <a:t>The deterministic engine calculates; Gemini explains; a person decides. Model failure is stored as FAILED.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Product walkthrough — Overview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Picture 103" descr="overview-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234440"/>
            <a:ext cx="8138160" cy="3568922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502920" y="4791456"/>
            <a:ext cx="8138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4748B"/>
                </a:solidFill>
                <a:latin typeface="Arial"/>
              </a:rPr>
              <a:t>30 simulated days · 17 Sep 2026: +36.0% vs the trailing baseline · potential estimate Rp288,884.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Architecture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2" name="Picture 111" descr="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234440"/>
            <a:ext cx="8138160" cy="3560445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502920" y="4791456"/>
            <a:ext cx="8138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4748B"/>
                </a:solidFill>
                <a:latin typeface="Arial"/>
              </a:rPr>
              <a:t>Next.js → route handlers → validation → services → PostgreSQL; Gemini output is validated before storage.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Technology stack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502920" y="123444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000">
                <a:solidFill>
                  <a:srgbClr val="1E1E1E"/>
                </a:solidFill>
              </a:defRPr>
            </a:pPr>
            <a:r>
              <a:rPr sz="1150" b="0">
                <a:solidFill>
                  <a:srgbClr val="334155"/>
                </a:solidFill>
                <a:latin typeface="Arial"/>
              </a:rPr>
              <a:t>• Next.js 16 App Router · React 19 · TypeScript 7 strict · custom CSS design tokens.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PostgreSQL + Prisma 7 driver adapter · native decimal and date columns.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Gemini API via server-side REST · Zod 4 output validation · labelled deterministic mock fallback.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Vitest 5 (79 tests) · Playwright E2E · Docker · GitHub Actions.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Local embedded PostgreSQL · deployment target: Google Cloud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502920" y="123444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Development: local embedded PostgreSQL + labelled mock investigator; no cloud spend required.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Deployment: Cloud Run scale-to-zero + managed PostgreSQL + Gemini token usage; cost depends on traffic and region.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The app reports a potential estimate: excess kWh × tariff, with the tariff and assumptions shown.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It does not claim verified savings; a controlled before/after measurement is required.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Prototype snapshots — simulated data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overview-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261872"/>
            <a:ext cx="3566160" cy="1563910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502920" y="2843784"/>
            <a:ext cx="3566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64748B"/>
                </a:solidFill>
                <a:latin typeface="Arial"/>
              </a:rPr>
              <a:t>Overview — KPIs, trend and investigation queue</a:t>
            </a:r>
          </a:p>
        </p:txBody>
      </p:sp>
      <p:pic>
        <p:nvPicPr>
          <p:cNvPr id="138" name="Picture 137" descr="investigation-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1261872"/>
            <a:ext cx="3566160" cy="1563910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4526280" y="2843784"/>
            <a:ext cx="3566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64748B"/>
                </a:solidFill>
                <a:latin typeface="Arial"/>
              </a:rPr>
              <a:t>Investigation — evidence E1–E13 and AI explanation</a:t>
            </a:r>
          </a:p>
        </p:txBody>
      </p:sp>
      <p:pic>
        <p:nvPicPr>
          <p:cNvPr id="140" name="Picture 139" descr="actions-c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127248"/>
            <a:ext cx="3566160" cy="1563910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502920" y="4709160"/>
            <a:ext cx="3566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64748B"/>
                </a:solidFill>
                <a:latin typeface="Arial"/>
              </a:rPr>
              <a:t>Actions — open/completed and before/after comparison</a:t>
            </a:r>
          </a:p>
        </p:txBody>
      </p:sp>
      <p:pic>
        <p:nvPicPr>
          <p:cNvPr id="142" name="Picture 141" descr="data-c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3127248"/>
            <a:ext cx="3566160" cy="1563910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4526280" y="4709160"/>
            <a:ext cx="3566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64748B"/>
                </a:solidFill>
                <a:latin typeface="Arial"/>
              </a:rPr>
              <a:t>Data — source labels and date filter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Performance and verification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502920" y="123444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79 automated tests: calculation engine, validation, AI failure modes and API integration.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3 Playwright E2E tests: overview, sidebar navigation and the investigate journey.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Typecheck and production build pass; the 30-day demo dataset is deterministic.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Health check: /api/health reports database and AI-provider status.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Not claimed: production throughput, a latency benchmark, or real savings.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Roadmap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502920" y="123444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Real weather provider with coverage, terms, attribution and rate-limit review.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CSV upload with preview/validation; multi-site support.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Authentication/RBAC and gateway-level rate limits.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Controlled before/after studies with measured savings.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Model evaluation on real operations data; prompt/model versioning.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E3A5C"/>
                </a:solidFill>
                <a:latin typeface="Arial"/>
              </a:rPr>
              <a:t>Submission links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502920" y="123444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000">
                <a:solidFill>
                  <a:srgbClr val="1E1E1E"/>
                </a:solidFill>
              </a:defRPr>
            </a:pPr>
            <a:r>
              <a:rPr sz="1150" b="0">
                <a:solidFill>
                  <a:srgbClr val="334155"/>
                </a:solidFill>
                <a:latin typeface="Arial"/>
              </a:rPr>
              <a:t>• GitHub public repository: see the Hack2skill submission form.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Demo video (&lt;3 min): see the submission form.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Live prototype: see the submission form.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Health check: /api/health (database + AI-provider status).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0D7D78"/>
                </a:solidFill>
                <a:latin typeface="Arial"/>
              </a:rPr>
              <a:t>• The submission form is the source of truth for the final URLs.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502920" y="1325880"/>
            <a:ext cx="8138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>
                <a:solidFill>
                  <a:srgbClr val="0E3A5C"/>
                </a:solidFill>
                <a:latin typeface="Arial"/>
              </a:rPr>
              <a:t>OpsMind — AI Operational Intelligence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0D7D78"/>
                </a:solidFill>
                <a:latin typeface="Arial"/>
              </a:rPr>
              <a:t>Ask: what is the evidence?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Arial"/>
              </a:rPr>
              <a:t>Demo candidate: 17 Sep 2026, +36.0% above the trailing baseline — a potential estimate, not a verified saving.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B45309"/>
                </a:solidFill>
                <a:latin typeface="Arial"/>
              </a:rPr>
              <a:t>AI suggests; a person decides.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Arial"/>
              </a:rPr>
              <a:t>Thank you.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OpsMind — AI Operational Intelligence</dc:title>
  <cp:lastModifiedBy>python-pptx</cp:lastModifiedBy>
  <cp:revision>1</cp:revision>
  <dcterms:modified xsi:type="dcterms:W3CDTF">2026-10-18T14:27:44Z</dcterms:modified>
  <dc:creator>OpsMind AI</dc:creator>
  <dc:subject>Google Cloud AI Builder Cup 2026 · JAPAC</dc:subject>
  <cp:keywords>Gemini, Cloud Run, energy efficiency, operations, prototype</cp:keywords>
</cp:coreProperties>
</file>